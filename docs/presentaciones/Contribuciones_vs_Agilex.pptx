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Contribuciones al fork pika_ros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9D6E8"/>
                </a:solidFill>
                <a:latin typeface="Calibri"/>
              </a:rPr>
              <a:t>Ivan1721/pika_ros (rama pika-custom-ros2)  vs.  agilexrobotics/pika_ros (rama ros2)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7A1E"/>
                </a:solidFill>
                <a:latin typeface="Calibri"/>
              </a:rPr>
              <a:t>AGILEX PIKA — ROS2 HUMBLE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Resumen de las contribuciones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55367" y="2103120"/>
            <a:ext cx="237744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87A1E"/>
                </a:solidFill>
                <a:latin typeface="Calibri"/>
              </a:rPr>
              <a:t>42</a:t>
            </a:r>
          </a:p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commits propios
sobre upstream/ros2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7127" y="2103120"/>
            <a:ext cx="237744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87A1E"/>
                </a:solidFill>
                <a:latin typeface="Calibri"/>
              </a:rPr>
              <a:t>46</a:t>
            </a:r>
          </a:p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archivos modificados
o agregados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8887" y="2103120"/>
            <a:ext cx="2377440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87A1E"/>
                </a:solidFill>
                <a:latin typeface="Calibri"/>
              </a:rPr>
              <a:t>+3.952 / -256</a:t>
            </a:r>
          </a:p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lineas (sin contar
submodulos)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▸ 4 areas: fixes de teleoperacion, paquete nuevo de visualizacion, integracion con AgileX upstream, documentacion completa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B2A4A"/>
                </a:solidFill>
                <a:latin typeface="Calibri"/>
              </a:rPr>
              <a:t>▸ Alcance: desde la vinculacion inicial de dispositivos USB hasta teleoperacion funcional de 1 y 2 brazos Piper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AA"/>
                </a:solidFill>
                <a:latin typeface="Calibri"/>
              </a:rPr>
              <a:t>Comparacion generada con git diff/log contra upstream/ros2 (merge-base e7cbe5b)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Punto de partida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pika_ros: workspace ROS2 Humble para el sistema de captura de datos espaciales Pika de Agilex (Sense, Gripper, brazo Piper)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El repo original de AgileX trae el codigo base, pero varios flujos no funcionaban de punta a punta tal cual se entregan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Objetivo del fork: dejar operativa la teleoperacion Pika + Piper (1 y 2 brazos) y documentar todo el proceso desde cero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DESDE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Configuracion inicial y vinculacion de dispositivos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setup_device.py actualizado: script interactivo que detecta puertos serie USB y camaras fisheye, y genera las reglas udev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Genera automaticamente el script de arranque segun la configuracion fisica: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setup_sensor_gripper.bash → 1 Sense + 1 Gripper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setup_multi_sensor.bash → 2 Sense (captura bilateral)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setup_multi_gripper.bash → 2 Gripper (dos brazos)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Deja rutas fijas y reproducibles: /dev/ttyUSB50-51 (Sense), /dev/ttyUSB60-61 (Gripper), /dev/video50-51/60-61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FIX — open_multi_gripper.launch.py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Bug: colision de nodos y mimetismo del gripper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Los nodos del Gripper se llamaban igual que los del Sense (serial_gripper_imu_l/_r) → colisionaban en el grafo de ROS2 al lanzar ambos juntos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Faltaban los remaps de /teleop_trigger y /teleop_status → el click de activacion de teleoperacion no llegaba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El gripper no imitaba la posicion del sensor: /gripper/joint_state_ctrl estaba mal remapeado a la salida de piper_IK en vez de a la salida real del pinch de Sense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FIX — start_multi_sensor.bash / start_multi_gripper.bash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Bug: trigger cruzado entre brazos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Sintoma: el click del Sense derecho activaba el brazo izquierdo (y viceversa), aunque la pose y el estado del gripper eran correctos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Causa real: los puertos USB (l_serial_port/r_serial_port, camara, fisheye) estaban emparejados al reves del codigo Vive tracker (pika_L_code/pika_R_code)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Dos sistemas de identidad independientes para el mismo dispositivo fisico que se habian desincronizado entre si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corrigio el emparejamiento de puertos en ambos scripts de arranque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FIX — Flujo A+ (teleoperacion dual)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Bug: flujo de dos brazos incompleto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Al Flujo A+ (2 Pikas + 2 Pipers) le faltaba lanzar start_multi_sensor.bash — sin eso, el Pika Sense nunca arrancaba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teleop_trigger no se propagaba correctamente en la configuracion de gripper doble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Terminal de localizacion (pika_locator) faltante en la secuencia documentada del Flujo A+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ESTADO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Teleoperacion Pika + Piper funcional de punta a punta, para 1 brazo y para 2 brazos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Pose del efector final, gripper y trigger de activacion verificados en hardware real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Documentado en el Manual.md como Flujo A (1 brazo) y Flujo A+ (2 brazos)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INTEGRACION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PikaAnyArm: fixes traidos de AgileX upstream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evaluaron los commits nuevos de agilexrobotics/PikaAnyArm y se trajeron 6 al fork (Ivan1721/PikaAnyArm):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Descartar mensajes de IK obsoletos (&gt;1s) para evitar saltos del brazo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Simplificar la validacion de diferencia de orientacion en la IK (solo X/Y/Z)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Resetear el ultimo estado de joints al descartar un mensaje obsoleto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Separar init_params() de init_ros() para mayor claridad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A4A4A"/>
                </a:solidFill>
                <a:latin typeface="Calibri"/>
              </a:rPr>
              <a:t>– Feature opcional return_zero_position en teleop_piper_publish.py (desactivada por defecto)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conservaron todos los fixes propios del fork al traer los cambios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PAQUETE NUEVO (no existe en AgileX)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pika_description: nuevo paquete de visualizacion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Paquete URDF/xacro standalone para visualizar Pika Gripper y Pika+Piper en RViz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No depende de piper_ros: mallas (D405, fisheye, gripper) copiadas localmente al paquete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Posicion y orientacion de camaras D405 y fisheye ajustadas segun planos tecnicos reales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Incluye launch files (display_pika_gripper.launch.py, display_pika_piper.launch.py) y configuraciones de RViz listas para usar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Documentacion: guia completa y reorganizacion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Manual.md: guia en espanol desde cero — instalacion de ROS2, dependencias, RealSense SDK, vinculacion USB, CAN bus, calibracion del Vive tracker/Pika Station — hasta los distintos flujos de uso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Tabla rapida con anclas directas a cada flujo (teleoperacion 1/2 brazos, RViz, captura, simulacion Gazebo, pipeline de datos)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Toda la documentacion suelta reorganizada en docs/ por tema (manuales, datasheets, calibracion, energia)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README traducido a 3 idiomas (EN/ES/ZH) con selector cruzado entre versiones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Documentacion: energia y calibracion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Consumo_Energia.md: consumo electrico por componente, clasificado segun certeza del dato (oficial vs. estimado)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Presupuesto energetico DC/AC por equipo (csv) y Equipo_actualizado.docx, con fuentes citadas directo del portal tecnico de AgileX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Guia de despliegue y calibracion de Pika Station / Vive Tracker documentada de punta a punta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EXTRAS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Herramientas adicionales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test_piper_mit_impedance.py: script standalone (sin ROS2, via piper_sdk directo) para probar modo MIT / control de impedancia en los 6 joints del Piper, con rigidez (kp/kd) configurable por joint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capture_bundle.py: captura rapida y sincronizada de imagenes (color/depth/fisheye) + joint states, para pruebas puntuales sin correr el pipeline completo de datos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EB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Calibri"/>
              </a:rPr>
              <a:t>En sintesis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280160" cy="50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paso de un repo base de AgileX con varios flujos rotos a un fork con teleoperacion Pika+Piper verificada en hardware, 1 y 2 brazos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sumo un paquete de visualizacion propio (pika_description) que no existe en el repo original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trajeron mejoras relevantes del upstream de PikaAnyArm sin perder los fixes propios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B2A4A"/>
                </a:solidFill>
                <a:latin typeface="Calibri"/>
              </a:rPr>
              <a:t>▸ Se documento todo el proceso de configuracion, calibracion y uso en espanol, mas herramientas extra de testing y captura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AA"/>
                </a:solidFill>
                <a:latin typeface="Calibri"/>
              </a:rPr>
              <a:t>Fork: github.com/Ivan1721/pika_ros — rama pika-custom-ros2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